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6주 시범 운영 하나만 결정해 주시기를 요청드립니다.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대기 시간이 가장 큰 비용입니다.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사람의 판단을 대체하지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6주 차에 확대 여부를 판단합니다.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요청드리는 결정은 이것 하나입니다.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190548"/>
            <a:ext cx="8664448" cy="245790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검토 대기 시간을 줄이는 가장 작은 첫 단계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12800" y="3877055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문서 검토 자동화 6주 시범 운영 제안</a:t>
            </a:r>
          </a:p>
        </p:txBody>
      </p:sp>
      <p:sp>
        <p:nvSpPr>
          <p:cNvPr id="4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발표자 이름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현황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검토 요청의 절반이 하루 이상 대기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출처: 예시 데이터</a:t>
            </a:r>
          </a:p>
        </p:txBody>
      </p:sp>
      <p:sp>
        <p:nvSpPr>
          <p:cNvPr id="6" name="Stat 1"/>
          <p:cNvSpPr txBox="1"/>
          <p:nvPr/>
        </p:nvSpPr>
        <p:spPr>
          <a:xfrm>
            <a:off x="812800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52%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206756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하루 이상 대기한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예시값</a:t>
            </a:r>
          </a:p>
        </p:txBody>
      </p:sp>
      <p:sp>
        <p:nvSpPr>
          <p:cNvPr id="10" name="Stat 2"/>
          <p:cNvSpPr txBox="1"/>
          <p:nvPr/>
        </p:nvSpPr>
        <p:spPr>
          <a:xfrm>
            <a:off x="4411133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3.1일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11133" y="206756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411133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평균 대기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133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요청부터 첫 의견까지</a:t>
            </a:r>
          </a:p>
        </p:txBody>
      </p:sp>
      <p:sp>
        <p:nvSpPr>
          <p:cNvPr id="14" name="Stat 3"/>
          <p:cNvSpPr txBox="1"/>
          <p:nvPr/>
        </p:nvSpPr>
        <p:spPr>
          <a:xfrm>
            <a:off x="8009466" y="1422400"/>
            <a:ext cx="3369733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4회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9466" y="2067560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009466" y="219456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평균 왕복 횟수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9466" y="253796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승인까지</a:t>
            </a:r>
          </a:p>
        </p:txBody>
      </p:sp>
      <p:cxnSp>
        <p:nvCxnSpPr>
          <p:cNvPr id="1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제안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반복 확인은 자동화하고 판단은 사람이 한다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ard 1"/>
          <p:cNvSpPr/>
          <p:nvPr/>
        </p:nvSpPr>
        <p:spPr>
          <a:xfrm>
            <a:off x="812800" y="1422400"/>
            <a:ext cx="3369733" cy="96215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형식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1969008"/>
            <a:ext cx="30141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필수 항목과 서식을 제출 즉시 확인합니다</a:t>
            </a:r>
          </a:p>
        </p:txBody>
      </p:sp>
      <p:sp>
        <p:nvSpPr>
          <p:cNvPr id="8" name="Card 2"/>
          <p:cNvSpPr/>
          <p:nvPr/>
        </p:nvSpPr>
        <p:spPr>
          <a:xfrm>
            <a:off x="4411133" y="1422400"/>
            <a:ext cx="3369733" cy="96215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8933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용어 점검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8933" y="1969008"/>
            <a:ext cx="30141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승인된 용어집과 다른 표현을 표시합니다</a:t>
            </a:r>
          </a:p>
        </p:txBody>
      </p:sp>
      <p:sp>
        <p:nvSpPr>
          <p:cNvPr id="11" name="Card 3"/>
          <p:cNvSpPr/>
          <p:nvPr/>
        </p:nvSpPr>
        <p:spPr>
          <a:xfrm>
            <a:off x="8009466" y="1422400"/>
            <a:ext cx="3369733" cy="962151"/>
          </a:xfrm>
          <a:prstGeom prst="rect">
            <a:avLst/>
          </a:prstGeom>
          <a:solidFill>
            <a:srgbClr val="EEF2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7266" y="160020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사람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7266" y="1969008"/>
            <a:ext cx="30141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내용 판단과 최종 승인은 담당자가 합니다</a:t>
            </a:r>
          </a:p>
        </p:txBody>
      </p: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일정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6주 안에 준비부터 확대 판단까지 완료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98800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78866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8933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3주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4주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9066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5주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9133" y="1422400"/>
            <a:ext cx="1380066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6주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1727200"/>
            <a:ext cx="2133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점검 규칙 정리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4200" y="1856739"/>
            <a:ext cx="1329266" cy="17272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12800" y="21590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12800" y="2159000"/>
            <a:ext cx="2133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두 팀 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4266" y="2288540"/>
            <a:ext cx="4089400" cy="172720"/>
          </a:xfrm>
          <a:prstGeom prst="rect">
            <a:avLst/>
          </a:prstGeom>
          <a:solidFill>
            <a:srgbClr val="F4F5F7"/>
          </a:solidFill>
          <a:ln w="9525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12800" y="25908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12800" y="2590800"/>
            <a:ext cx="2133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결과 측정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4400" y="2720340"/>
            <a:ext cx="4089400" cy="172720"/>
          </a:xfrm>
          <a:prstGeom prst="rect">
            <a:avLst/>
          </a:prstGeom>
          <a:solidFill>
            <a:srgbClr val="F4F5F7"/>
          </a:solidFill>
          <a:ln w="9525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12800" y="3022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12800" y="3022600"/>
            <a:ext cx="2133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확대 여부 판단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24533" y="3152140"/>
            <a:ext cx="1329266" cy="172720"/>
          </a:xfrm>
          <a:prstGeom prst="rect">
            <a:avLst/>
          </a:prstGeom>
          <a:solidFill>
            <a:srgbClr val="F4F5F7"/>
          </a:solidFill>
          <a:ln w="9525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12800" y="34544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030893" y="1676400"/>
            <a:ext cx="0" cy="1778000"/>
          </a:xfrm>
          <a:prstGeom prst="line">
            <a:avLst/>
          </a:prstGeom>
          <a:ln w="12700">
            <a:solidFill>
              <a:srgbClr val="2F5BD3"/>
            </a:solidFill>
            <a:prstDash val="dash"/>
          </a:ln>
        </p:spPr>
      </p:cxnSp>
      <p:sp>
        <p:nvSpPr>
          <p:cNvPr id="24" name="TextBox 23"/>
          <p:cNvSpPr txBox="1"/>
          <p:nvPr/>
        </p:nvSpPr>
        <p:spPr>
          <a:xfrm>
            <a:off x="4522893" y="3505200"/>
            <a:ext cx="1016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오늘</a:t>
            </a:r>
          </a:p>
        </p:txBody>
      </p:sp>
      <p:cxnSp>
        <p:nvCxnSpPr>
          <p:cNvPr id="25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550160"/>
            <a:ext cx="9087104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요청</a:t>
            </a:r>
          </a:p>
        </p:txBody>
      </p:sp>
      <p:sp>
        <p:nvSpPr>
          <p:cNvPr id="3" name="Statement"/>
          <p:cNvSpPr txBox="1"/>
          <p:nvPr/>
        </p:nvSpPr>
        <p:spPr>
          <a:xfrm>
            <a:off x="812800" y="2534716"/>
            <a:ext cx="9087104" cy="921715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두 팀에서 </a:t>
            </a:r>
            <a:r>
              <a:rPr sz="3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6주 시범 운영</a:t>
            </a: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을 승인해 주십시오.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685031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6주 뒤 대기 시간과 왕복 횟수로 결과를 보고드립니다.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914753"/>
            <a:ext cx="10566400" cy="140451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619125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team@example.com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 검토 자동화 시범 운영</dc:title>
  <dc:subject>문서 검토 자동화를 두 팀에서 시범 운영하는 데 합의한다</dc:subject>
  <dc:creator>발표자 이름</dc:creator>
  <cp:keywords/>
  <dc:description/>
  <cp:lastModifiedBy>발표자 이름</cp:lastModifiedBy>
  <cp:revision>1</cp:revision>
  <dcterms:created xsi:type="dcterms:W3CDTF">2026-10-19T03:14:07Z</dcterms:created>
  <dcterms:modified xsi:type="dcterms:W3CDTF">2026-10-19T03:14:07Z</dcterms:modified>
  <cp:category/>
</cp:coreProperties>
</file>